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diagrams/data1.xml" ContentType="application/vnd.openxmlformats-officedocument.drawingml.diagramData+xml"/>
  <Override PartName="/ppt/slideMasters/slideMaster1.xml" ContentType="application/vnd.openxmlformats-officedocument.presentationml.slideMaster+xml"/>
  <Override PartName="/ppt/slideLayouts/slideLayout3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theme/theme1.xml" ContentType="application/vnd.openxmlformats-officedocument.theme+xml"/>
  <Override PartName="/ppt/diagrams/drawing1.xml" ContentType="application/vnd.ms-office.drawingml.diagramDrawing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1" d="100"/>
          <a:sy n="71" d="100"/>
        </p:scale>
        <p:origin x="464" y="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ustomXml" Target="../customXml/item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10" Type="http://schemas.openxmlformats.org/officeDocument/2006/relationships/customXml" Target="../customXml/item3.xml"/><Relationship Id="rId4" Type="http://schemas.openxmlformats.org/officeDocument/2006/relationships/presProps" Target="presProps.xml"/><Relationship Id="rId9" Type="http://schemas.openxmlformats.org/officeDocument/2006/relationships/customXml" Target="../customXml/item2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2F23906-997D-410A-A9B7-954B592AC344}" type="doc">
      <dgm:prSet loTypeId="urn:microsoft.com/office/officeart/2005/8/layout/pyramid3" loCatId="pyramid" qsTypeId="urn:microsoft.com/office/officeart/2005/8/quickstyle/simple1" qsCatId="simple" csTypeId="urn:microsoft.com/office/officeart/2005/8/colors/accent1_2" csCatId="accent1" phldr="1"/>
      <dgm:spPr/>
    </dgm:pt>
    <dgm:pt modelId="{95B85408-7C95-42AB-9399-4B1E67BADE43}">
      <dgm:prSet phldrT="[Text]"/>
      <dgm:spPr/>
      <dgm:t>
        <a:bodyPr/>
        <a:lstStyle/>
        <a:p>
          <a:r>
            <a:rPr lang="en-US" dirty="0"/>
            <a:t>Ads</a:t>
          </a:r>
        </a:p>
      </dgm:t>
    </dgm:pt>
    <dgm:pt modelId="{A1C85FEA-206B-4572-A1F1-42AE6AFDE721}" type="parTrans" cxnId="{2F97E703-405B-4CBD-B2BB-4AA64C994319}">
      <dgm:prSet/>
      <dgm:spPr/>
      <dgm:t>
        <a:bodyPr/>
        <a:lstStyle/>
        <a:p>
          <a:endParaRPr lang="en-US"/>
        </a:p>
      </dgm:t>
    </dgm:pt>
    <dgm:pt modelId="{C5BF8129-0209-449C-8AEB-BD84E900FC8C}" type="sibTrans" cxnId="{2F97E703-405B-4CBD-B2BB-4AA64C994319}">
      <dgm:prSet/>
      <dgm:spPr/>
      <dgm:t>
        <a:bodyPr/>
        <a:lstStyle/>
        <a:p>
          <a:endParaRPr lang="en-US"/>
        </a:p>
      </dgm:t>
    </dgm:pt>
    <dgm:pt modelId="{8AFBAF28-28E0-4597-83C3-83163B4B47E7}">
      <dgm:prSet phldrT="[Text]"/>
      <dgm:spPr/>
      <dgm:t>
        <a:bodyPr/>
        <a:lstStyle/>
        <a:p>
          <a:r>
            <a:rPr lang="en-US" dirty="0"/>
            <a:t>Page</a:t>
          </a:r>
        </a:p>
      </dgm:t>
    </dgm:pt>
    <dgm:pt modelId="{EDCC9E2B-5082-4EA1-931F-C8EF4FA2030F}" type="parTrans" cxnId="{E4169501-C4F8-4F2A-BBEE-BD9F2C91AF58}">
      <dgm:prSet/>
      <dgm:spPr/>
      <dgm:t>
        <a:bodyPr/>
        <a:lstStyle/>
        <a:p>
          <a:endParaRPr lang="en-US"/>
        </a:p>
      </dgm:t>
    </dgm:pt>
    <dgm:pt modelId="{45047F07-3A0F-4175-97E8-625FD2A3B1CB}" type="sibTrans" cxnId="{E4169501-C4F8-4F2A-BBEE-BD9F2C91AF58}">
      <dgm:prSet/>
      <dgm:spPr/>
      <dgm:t>
        <a:bodyPr/>
        <a:lstStyle/>
        <a:p>
          <a:endParaRPr lang="en-US"/>
        </a:p>
      </dgm:t>
    </dgm:pt>
    <dgm:pt modelId="{7ACB80CF-E0B0-4893-8F25-42415F63A7D5}">
      <dgm:prSet phldrT="[Text]"/>
      <dgm:spPr/>
      <dgm:t>
        <a:bodyPr/>
        <a:lstStyle/>
        <a:p>
          <a:r>
            <a:rPr lang="en-US" dirty="0"/>
            <a:t>Segments</a:t>
          </a:r>
        </a:p>
      </dgm:t>
    </dgm:pt>
    <dgm:pt modelId="{8692B091-1F8E-4B20-BC4E-6B7639DFC39D}" type="parTrans" cxnId="{5D85A582-60BB-4358-9015-09425DA963E1}">
      <dgm:prSet/>
      <dgm:spPr/>
      <dgm:t>
        <a:bodyPr/>
        <a:lstStyle/>
        <a:p>
          <a:endParaRPr lang="en-US"/>
        </a:p>
      </dgm:t>
    </dgm:pt>
    <dgm:pt modelId="{25C11360-38DF-47AB-9995-0FF02E580A89}" type="sibTrans" cxnId="{5D85A582-60BB-4358-9015-09425DA963E1}">
      <dgm:prSet/>
      <dgm:spPr/>
      <dgm:t>
        <a:bodyPr/>
        <a:lstStyle/>
        <a:p>
          <a:endParaRPr lang="en-US"/>
        </a:p>
      </dgm:t>
    </dgm:pt>
    <dgm:pt modelId="{8BC72A54-3015-41DF-870D-811A2B8F9A25}" type="pres">
      <dgm:prSet presAssocID="{02F23906-997D-410A-A9B7-954B592AC344}" presName="Name0" presStyleCnt="0">
        <dgm:presLayoutVars>
          <dgm:dir/>
          <dgm:animLvl val="lvl"/>
          <dgm:resizeHandles val="exact"/>
        </dgm:presLayoutVars>
      </dgm:prSet>
      <dgm:spPr/>
    </dgm:pt>
    <dgm:pt modelId="{93F008A2-82D6-4225-A838-43AC8F32A3B0}" type="pres">
      <dgm:prSet presAssocID="{95B85408-7C95-42AB-9399-4B1E67BADE43}" presName="Name8" presStyleCnt="0"/>
      <dgm:spPr/>
    </dgm:pt>
    <dgm:pt modelId="{B97F0AD1-009C-41F8-88FF-48AB16F6D30A}" type="pres">
      <dgm:prSet presAssocID="{95B85408-7C95-42AB-9399-4B1E67BADE43}" presName="level" presStyleLbl="node1" presStyleIdx="0" presStyleCnt="3">
        <dgm:presLayoutVars>
          <dgm:chMax val="1"/>
          <dgm:bulletEnabled val="1"/>
        </dgm:presLayoutVars>
      </dgm:prSet>
      <dgm:spPr/>
    </dgm:pt>
    <dgm:pt modelId="{7DB37476-496B-4CA7-8F16-65E8F22DD6DD}" type="pres">
      <dgm:prSet presAssocID="{95B85408-7C95-42AB-9399-4B1E67BADE43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2E145396-D6A3-4B1C-91D8-706BD70EF5E4}" type="pres">
      <dgm:prSet presAssocID="{8AFBAF28-28E0-4597-83C3-83163B4B47E7}" presName="Name8" presStyleCnt="0"/>
      <dgm:spPr/>
    </dgm:pt>
    <dgm:pt modelId="{B9A77FC0-F2C8-45D1-8615-5109CA7B98D0}" type="pres">
      <dgm:prSet presAssocID="{8AFBAF28-28E0-4597-83C3-83163B4B47E7}" presName="level" presStyleLbl="node1" presStyleIdx="1" presStyleCnt="3">
        <dgm:presLayoutVars>
          <dgm:chMax val="1"/>
          <dgm:bulletEnabled val="1"/>
        </dgm:presLayoutVars>
      </dgm:prSet>
      <dgm:spPr/>
    </dgm:pt>
    <dgm:pt modelId="{2E84E12C-DD57-42B4-99F9-63AC1C38C8BF}" type="pres">
      <dgm:prSet presAssocID="{8AFBAF28-28E0-4597-83C3-83163B4B47E7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9082400A-B351-44E3-9E80-C88627AAE04E}" type="pres">
      <dgm:prSet presAssocID="{7ACB80CF-E0B0-4893-8F25-42415F63A7D5}" presName="Name8" presStyleCnt="0"/>
      <dgm:spPr/>
    </dgm:pt>
    <dgm:pt modelId="{F10B1AB7-EADD-4B52-8D02-0AD97745456A}" type="pres">
      <dgm:prSet presAssocID="{7ACB80CF-E0B0-4893-8F25-42415F63A7D5}" presName="level" presStyleLbl="node1" presStyleIdx="2" presStyleCnt="3">
        <dgm:presLayoutVars>
          <dgm:chMax val="1"/>
          <dgm:bulletEnabled val="1"/>
        </dgm:presLayoutVars>
      </dgm:prSet>
      <dgm:spPr/>
    </dgm:pt>
    <dgm:pt modelId="{E58E84C4-EE5E-4ADA-B226-CDEDFC00814F}" type="pres">
      <dgm:prSet presAssocID="{7ACB80CF-E0B0-4893-8F25-42415F63A7D5}" presName="levelTx" presStyleLbl="revTx" presStyleIdx="0" presStyleCnt="0">
        <dgm:presLayoutVars>
          <dgm:chMax val="1"/>
          <dgm:bulletEnabled val="1"/>
        </dgm:presLayoutVars>
      </dgm:prSet>
      <dgm:spPr/>
    </dgm:pt>
  </dgm:ptLst>
  <dgm:cxnLst>
    <dgm:cxn modelId="{E4169501-C4F8-4F2A-BBEE-BD9F2C91AF58}" srcId="{02F23906-997D-410A-A9B7-954B592AC344}" destId="{8AFBAF28-28E0-4597-83C3-83163B4B47E7}" srcOrd="1" destOrd="0" parTransId="{EDCC9E2B-5082-4EA1-931F-C8EF4FA2030F}" sibTransId="{45047F07-3A0F-4175-97E8-625FD2A3B1CB}"/>
    <dgm:cxn modelId="{2F97E703-405B-4CBD-B2BB-4AA64C994319}" srcId="{02F23906-997D-410A-A9B7-954B592AC344}" destId="{95B85408-7C95-42AB-9399-4B1E67BADE43}" srcOrd="0" destOrd="0" parTransId="{A1C85FEA-206B-4572-A1F1-42AE6AFDE721}" sibTransId="{C5BF8129-0209-449C-8AEB-BD84E900FC8C}"/>
    <dgm:cxn modelId="{2244612A-5EDD-4E5D-8C8D-73586E25921F}" type="presOf" srcId="{95B85408-7C95-42AB-9399-4B1E67BADE43}" destId="{B97F0AD1-009C-41F8-88FF-48AB16F6D30A}" srcOrd="0" destOrd="0" presId="urn:microsoft.com/office/officeart/2005/8/layout/pyramid3"/>
    <dgm:cxn modelId="{C8DBB548-040E-4114-9FB0-068C52AF397D}" type="presOf" srcId="{7ACB80CF-E0B0-4893-8F25-42415F63A7D5}" destId="{F10B1AB7-EADD-4B52-8D02-0AD97745456A}" srcOrd="0" destOrd="0" presId="urn:microsoft.com/office/officeart/2005/8/layout/pyramid3"/>
    <dgm:cxn modelId="{2F88BB53-3B39-4514-9A87-1988464333FE}" type="presOf" srcId="{8AFBAF28-28E0-4597-83C3-83163B4B47E7}" destId="{2E84E12C-DD57-42B4-99F9-63AC1C38C8BF}" srcOrd="1" destOrd="0" presId="urn:microsoft.com/office/officeart/2005/8/layout/pyramid3"/>
    <dgm:cxn modelId="{E6138976-8B32-48D4-A8BA-C98CF27C198D}" type="presOf" srcId="{8AFBAF28-28E0-4597-83C3-83163B4B47E7}" destId="{B9A77FC0-F2C8-45D1-8615-5109CA7B98D0}" srcOrd="0" destOrd="0" presId="urn:microsoft.com/office/officeart/2005/8/layout/pyramid3"/>
    <dgm:cxn modelId="{5D85A582-60BB-4358-9015-09425DA963E1}" srcId="{02F23906-997D-410A-A9B7-954B592AC344}" destId="{7ACB80CF-E0B0-4893-8F25-42415F63A7D5}" srcOrd="2" destOrd="0" parTransId="{8692B091-1F8E-4B20-BC4E-6B7639DFC39D}" sibTransId="{25C11360-38DF-47AB-9995-0FF02E580A89}"/>
    <dgm:cxn modelId="{6A465686-6242-46BE-A02C-FBF11E1982DA}" type="presOf" srcId="{7ACB80CF-E0B0-4893-8F25-42415F63A7D5}" destId="{E58E84C4-EE5E-4ADA-B226-CDEDFC00814F}" srcOrd="1" destOrd="0" presId="urn:microsoft.com/office/officeart/2005/8/layout/pyramid3"/>
    <dgm:cxn modelId="{D6BECAC7-F229-40F9-B2B9-A0FE0FE3D667}" type="presOf" srcId="{95B85408-7C95-42AB-9399-4B1E67BADE43}" destId="{7DB37476-496B-4CA7-8F16-65E8F22DD6DD}" srcOrd="1" destOrd="0" presId="urn:microsoft.com/office/officeart/2005/8/layout/pyramid3"/>
    <dgm:cxn modelId="{699F69D9-0A57-4836-9B8E-BF8DDFA078D9}" type="presOf" srcId="{02F23906-997D-410A-A9B7-954B592AC344}" destId="{8BC72A54-3015-41DF-870D-811A2B8F9A25}" srcOrd="0" destOrd="0" presId="urn:microsoft.com/office/officeart/2005/8/layout/pyramid3"/>
    <dgm:cxn modelId="{FDA51836-7E8A-43CF-94F5-1C5F41CF13B9}" type="presParOf" srcId="{8BC72A54-3015-41DF-870D-811A2B8F9A25}" destId="{93F008A2-82D6-4225-A838-43AC8F32A3B0}" srcOrd="0" destOrd="0" presId="urn:microsoft.com/office/officeart/2005/8/layout/pyramid3"/>
    <dgm:cxn modelId="{F07CD568-F6DE-492F-93FB-F15FDA8F7866}" type="presParOf" srcId="{93F008A2-82D6-4225-A838-43AC8F32A3B0}" destId="{B97F0AD1-009C-41F8-88FF-48AB16F6D30A}" srcOrd="0" destOrd="0" presId="urn:microsoft.com/office/officeart/2005/8/layout/pyramid3"/>
    <dgm:cxn modelId="{B477D805-1041-4661-92EC-F9B543BAE6F2}" type="presParOf" srcId="{93F008A2-82D6-4225-A838-43AC8F32A3B0}" destId="{7DB37476-496B-4CA7-8F16-65E8F22DD6DD}" srcOrd="1" destOrd="0" presId="urn:microsoft.com/office/officeart/2005/8/layout/pyramid3"/>
    <dgm:cxn modelId="{0AFCF7B3-FC33-4A5E-BF4E-8EB445E53564}" type="presParOf" srcId="{8BC72A54-3015-41DF-870D-811A2B8F9A25}" destId="{2E145396-D6A3-4B1C-91D8-706BD70EF5E4}" srcOrd="1" destOrd="0" presId="urn:microsoft.com/office/officeart/2005/8/layout/pyramid3"/>
    <dgm:cxn modelId="{784303DE-F9B1-46C6-895C-322FE6BF8DA4}" type="presParOf" srcId="{2E145396-D6A3-4B1C-91D8-706BD70EF5E4}" destId="{B9A77FC0-F2C8-45D1-8615-5109CA7B98D0}" srcOrd="0" destOrd="0" presId="urn:microsoft.com/office/officeart/2005/8/layout/pyramid3"/>
    <dgm:cxn modelId="{54667DB7-746E-4A79-8E87-F2ECEDA06A7D}" type="presParOf" srcId="{2E145396-D6A3-4B1C-91D8-706BD70EF5E4}" destId="{2E84E12C-DD57-42B4-99F9-63AC1C38C8BF}" srcOrd="1" destOrd="0" presId="urn:microsoft.com/office/officeart/2005/8/layout/pyramid3"/>
    <dgm:cxn modelId="{1753E370-F525-46DE-BF98-7E0903FADE64}" type="presParOf" srcId="{8BC72A54-3015-41DF-870D-811A2B8F9A25}" destId="{9082400A-B351-44E3-9E80-C88627AAE04E}" srcOrd="2" destOrd="0" presId="urn:microsoft.com/office/officeart/2005/8/layout/pyramid3"/>
    <dgm:cxn modelId="{4F551ADD-F58B-460F-A1E8-44DB9B7685F8}" type="presParOf" srcId="{9082400A-B351-44E3-9E80-C88627AAE04E}" destId="{F10B1AB7-EADD-4B52-8D02-0AD97745456A}" srcOrd="0" destOrd="0" presId="urn:microsoft.com/office/officeart/2005/8/layout/pyramid3"/>
    <dgm:cxn modelId="{EABECBD9-928C-40FF-B92B-2996205C7FBC}" type="presParOf" srcId="{9082400A-B351-44E3-9E80-C88627AAE04E}" destId="{E58E84C4-EE5E-4ADA-B226-CDEDFC00814F}" srcOrd="1" destOrd="0" presId="urn:microsoft.com/office/officeart/2005/8/layout/pyramid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97F0AD1-009C-41F8-88FF-48AB16F6D30A}">
      <dsp:nvSpPr>
        <dsp:cNvPr id="0" name=""/>
        <dsp:cNvSpPr/>
      </dsp:nvSpPr>
      <dsp:spPr>
        <a:xfrm rot="10800000">
          <a:off x="0" y="0"/>
          <a:ext cx="10515600" cy="1450446"/>
        </a:xfrm>
        <a:prstGeom prst="trapezoid">
          <a:avLst>
            <a:gd name="adj" fmla="val 120832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0" tIns="82550" rIns="82550" bIns="825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 dirty="0"/>
            <a:t>Ads</a:t>
          </a:r>
        </a:p>
      </dsp:txBody>
      <dsp:txXfrm rot="-10800000">
        <a:off x="1840229" y="0"/>
        <a:ext cx="6835140" cy="1450446"/>
      </dsp:txXfrm>
    </dsp:sp>
    <dsp:sp modelId="{B9A77FC0-F2C8-45D1-8615-5109CA7B98D0}">
      <dsp:nvSpPr>
        <dsp:cNvPr id="0" name=""/>
        <dsp:cNvSpPr/>
      </dsp:nvSpPr>
      <dsp:spPr>
        <a:xfrm rot="10800000">
          <a:off x="1752599" y="1450446"/>
          <a:ext cx="7010400" cy="1450446"/>
        </a:xfrm>
        <a:prstGeom prst="trapezoid">
          <a:avLst>
            <a:gd name="adj" fmla="val 120832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0" tIns="82550" rIns="82550" bIns="825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 dirty="0"/>
            <a:t>Page</a:t>
          </a:r>
        </a:p>
      </dsp:txBody>
      <dsp:txXfrm rot="-10800000">
        <a:off x="2979419" y="1450446"/>
        <a:ext cx="4556760" cy="1450446"/>
      </dsp:txXfrm>
    </dsp:sp>
    <dsp:sp modelId="{F10B1AB7-EADD-4B52-8D02-0AD97745456A}">
      <dsp:nvSpPr>
        <dsp:cNvPr id="0" name=""/>
        <dsp:cNvSpPr/>
      </dsp:nvSpPr>
      <dsp:spPr>
        <a:xfrm rot="10800000">
          <a:off x="3505200" y="2900892"/>
          <a:ext cx="3505200" cy="1450446"/>
        </a:xfrm>
        <a:prstGeom prst="trapezoid">
          <a:avLst>
            <a:gd name="adj" fmla="val 120832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0" tIns="82550" rIns="82550" bIns="825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 dirty="0"/>
            <a:t>Segments</a:t>
          </a:r>
        </a:p>
      </dsp:txBody>
      <dsp:txXfrm rot="-10800000">
        <a:off x="3505200" y="2900892"/>
        <a:ext cx="3505200" cy="145044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yramid3">
  <dgm:title val=""/>
  <dgm:desc val=""/>
  <dgm:catLst>
    <dgm:cat type="pyramid" pri="2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pyra">
          <dgm:param type="linDir" val="fromT"/>
          <dgm:param type="txDir" val="fromT"/>
          <dgm:param type="pyraAcctPos" val="aft"/>
          <dgm:param type="pyraAcctTxMar" val="step"/>
          <dgm:param type="pyraAcctBkgdNode" val="acctBkgd"/>
          <dgm:param type="pyraAcctTxNode" val="acctTx"/>
          <dgm:param type="pyraLvlNode" val="level"/>
        </dgm:alg>
      </dgm:if>
      <dgm:else name="Name3">
        <dgm:alg type="pyra">
          <dgm:param type="linDir" val="fromT"/>
          <dgm:param type="txDir" val="fromT"/>
          <dgm:param type="pyraAcctPos" val="bef"/>
          <dgm:param type="pyraAcctTxMar" val="step"/>
          <dgm:param type="pyraAcctBkgdNode" val="acctBkgd"/>
          <dgm:param type="pyraAcctTxNode" val="acctTx"/>
          <dgm:param type="pyraLvlNode" val="level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ptType="all node" func="maxDepth" op="gte" val="2">
        <dgm:constrLst>
          <dgm:constr type="primFontSz" for="des" forName="levelTx" op="equ"/>
          <dgm:constr type="secFontSz" for="des" forName="acctTx" op="equ"/>
          <dgm:constr type="pyraAcctRatio" val="0.32"/>
        </dgm:constrLst>
      </dgm:if>
      <dgm:else name="Name6">
        <dgm:constrLst>
          <dgm:constr type="primFontSz" for="des" forName="levelTx" op="equ"/>
          <dgm:constr type="secFontSz" for="des" forName="acctTx" op="equ"/>
          <dgm:constr type="pyraAcctRatio"/>
        </dgm:constrLst>
      </dgm:else>
    </dgm:choose>
    <dgm:ruleLst/>
    <dgm:forEach name="Name7" axis="ch" ptType="node">
      <dgm:layoutNode name="Name8">
        <dgm:alg type="composite">
          <dgm:param type="horzAlign" val="none"/>
        </dgm:alg>
        <dgm:shape xmlns:r="http://schemas.openxmlformats.org/officeDocument/2006/relationships" r:blip="">
          <dgm:adjLst/>
        </dgm:shape>
        <dgm:presOf/>
        <dgm:choose name="Name9">
          <dgm:if name="Name10" axis="self" ptType="node" func="revPos" op="equ" val="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/>
              <dgm:constr type="h" for="ch" forName="levelTx" refType="h" refFor="ch" refForName="level"/>
            </dgm:constrLst>
          </dgm:if>
          <dgm:else name="Name1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 fact="0.65"/>
              <dgm:constr type="h" for="ch" forName="levelTx" refType="h" refFor="ch" refForName="level"/>
            </dgm:constrLst>
          </dgm:else>
        </dgm:choose>
        <dgm:ruleLst/>
        <dgm:choose name="Name12">
          <dgm:if name="Name13" axis="ch" ptType="node" func="cnt" op="gte" val="1">
            <dgm:layoutNode name="acctBkgd" styleLbl="alignAcc1">
              <dgm:alg type="sp"/>
              <dgm:shape xmlns:r="http://schemas.openxmlformats.org/officeDocument/2006/relationships" type="nonIsoscelesTrapezoid" r:blip="">
                <dgm:adjLst/>
              </dgm:shape>
              <dgm:presOf axis="des" ptType="node"/>
              <dgm:constrLst/>
              <dgm:ruleLst/>
            </dgm:layoutNode>
            <dgm:layoutNode name="acctTx" styleLbl="alignAcc1">
              <dgm:varLst>
                <dgm:bulletEnabled val="1"/>
              </dgm:varLst>
              <dgm:alg type="tx">
                <dgm:param type="stBulletLvl" val="1"/>
                <dgm:param type="txAnchorVertCh" val="t"/>
              </dgm:alg>
              <dgm:shape xmlns:r="http://schemas.openxmlformats.org/officeDocument/2006/relationships" type="nonIsoscelesTrapezoid" r:blip="" hideGeom="1">
                <dgm:adjLst/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3"/>
                <dgm:constr type="bMarg" refType="secFontSz" fact="0.3"/>
                <dgm:constr type="lMarg" refType="secFontSz" fact="0.3"/>
                <dgm:constr type="rMarg" refType="secFontSz" fact="0.3"/>
              </dgm:constrLst>
              <dgm:ruleLst>
                <dgm:rule type="secFontSz" val="5" fact="NaN" max="NaN"/>
              </dgm:ruleLst>
            </dgm:layoutNode>
          </dgm:if>
          <dgm:else name="Name14"/>
        </dgm:choose>
        <dgm:layoutNode name="level">
          <dgm:varLst>
            <dgm:chMax val="1"/>
            <dgm:bulletEnabled val="1"/>
          </dgm:varLst>
          <dgm:alg type="sp"/>
          <dgm:shape xmlns:r="http://schemas.openxmlformats.org/officeDocument/2006/relationships" type="trapezoid" r:blip="">
            <dgm:adjLst/>
          </dgm:shape>
          <dgm:presOf axis="self"/>
          <dgm:constrLst>
            <dgm:constr type="h" val="500"/>
            <dgm:constr type="w" val="1"/>
          </dgm:constrLst>
          <dgm:ruleLst/>
        </dgm:layoutNode>
        <dgm:layoutNode name="levelTx" styleLbl="revTx">
          <dgm:varLst>
            <dgm:chMax val="1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134760-5E4F-B71A-99E7-2024418DEC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F2E4AC4-FDF1-6823-11D3-15862C5E9B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A74149-A1E1-7A23-A58D-4D59635AB3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B8C132-F772-4C23-842C-0A37526F8682}" type="datetimeFigureOut">
              <a:rPr lang="en-US" smtClean="0"/>
              <a:t>2/21/2023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06E47F-FD36-6FBC-2133-60797AD8B9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89D36B-9CEB-E627-557E-43DE149080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8BABAC-02DA-47C9-ADBD-813A5D0775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34496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FE3FED-5A35-D47B-98ED-0EA9CC769D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98CEAB-6D80-79A7-7737-8A72F2F8F7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EC7D4E-4D02-3635-FA31-8A0D013974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B8C132-F772-4C23-842C-0A37526F8682}" type="datetimeFigureOut">
              <a:rPr lang="en-US" smtClean="0"/>
              <a:t>2/21/2023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9B1226-8AE9-50C6-3491-9213BDC39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AA6D2D-F476-5EAB-D54C-D9034425F1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8BABAC-02DA-47C9-ADBD-813A5D0775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89432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02C9CD-3528-0752-CC79-7B67360146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6D668B-4BAD-2819-9D91-89F3615985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9A6D03-F08B-4C3A-F16D-3604895751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B8C132-F772-4C23-842C-0A37526F8682}" type="datetimeFigureOut">
              <a:rPr lang="en-US" smtClean="0"/>
              <a:t>2/21/2023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946015-1588-6C97-3FFE-A230E816AC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B99DAA-7715-700C-FFF4-8ED7ECE6FE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8BABAC-02DA-47C9-ADBD-813A5D0775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80323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EA1A3B-6FEA-D5F6-DF7C-1C5F2F569E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9DD3AD-B426-1B28-1A69-1521AE342FB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242A370-279C-EAA3-3B60-2ABEF13C28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08E67B-A447-63C6-84C5-5EC6B097F4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B8C132-F772-4C23-842C-0A37526F8682}" type="datetimeFigureOut">
              <a:rPr lang="en-US" smtClean="0"/>
              <a:t>2/21/2023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FA66ED-C6F2-D7C5-1A35-1B48D26497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16EBB8-68C8-A060-7B35-CF22AD5472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8BABAC-02DA-47C9-ADBD-813A5D0775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82835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5BE49B-7A03-5454-604A-8F94224A78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4C66F4-05D0-F426-4D72-5DDF171B28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D18943-6B4A-233F-F0CE-F2AED0D709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C44F857-5DD0-CA4E-F75A-822619638A2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605787F-26DF-09CE-926B-E4CDF3BD2D3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078B2C9-9B79-D961-D1A9-DA2F64F70E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B8C132-F772-4C23-842C-0A37526F8682}" type="datetimeFigureOut">
              <a:rPr lang="en-US" smtClean="0"/>
              <a:t>2/21/2023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76D82AD-9337-E86F-423E-B701080A9B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B8DEB13-6118-C415-95B8-2238B9EA6B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8BABAC-02DA-47C9-ADBD-813A5D0775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33809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6AB7D6-4F57-0E03-13AA-0662E1C97A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01F35DF-08CA-2B69-F645-DC962FBB2A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B8C132-F772-4C23-842C-0A37526F8682}" type="datetimeFigureOut">
              <a:rPr lang="en-US" smtClean="0"/>
              <a:t>2/21/2023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B5C51FC-353F-9A74-2BA5-3B0AE3A805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E7660A-D05F-A007-FCE5-BE7C1C1DB8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8BABAC-02DA-47C9-ADBD-813A5D0775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11123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FC54546-527A-C674-0EAF-52B21FFDF8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B8C132-F772-4C23-842C-0A37526F8682}" type="datetimeFigureOut">
              <a:rPr lang="en-US" smtClean="0"/>
              <a:t>2/21/2023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1047797-DD5E-6485-BD67-84895C35B0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60BB81-096F-23AC-B041-B2FFE48471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8BABAC-02DA-47C9-ADBD-813A5D0775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84785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52FF1F-C08E-7313-2D50-5AE267C6E2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13AED7-B95C-2555-5B6C-CB205281B0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BF5B5C7-3034-07A6-7EDA-F27D555C98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A4EB19-0A9A-E528-B398-3F5D955220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B8C132-F772-4C23-842C-0A37526F8682}" type="datetimeFigureOut">
              <a:rPr lang="en-US" smtClean="0"/>
              <a:t>2/21/2023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C49160-3559-F1FA-D544-AEDDB16F67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E80A04-3BC2-B203-0F81-C0C972F66E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8BABAC-02DA-47C9-ADBD-813A5D0775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64339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7DAA77-FF1B-02D5-64CD-B5DBB7BEB8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098BD00-4C16-0E06-2B1B-3B5C96B3265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6E58189-EC83-7911-6ABD-8CF3CD10ED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2C0C05-27D5-312E-6BBB-69B601630F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B8C132-F772-4C23-842C-0A37526F8682}" type="datetimeFigureOut">
              <a:rPr lang="en-US" smtClean="0"/>
              <a:t>2/21/2023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8F06BE-AED7-55E0-3A80-B5CD6203D4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EC941F-8F33-9778-9A26-CF7B03181B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8BABAC-02DA-47C9-ADBD-813A5D0775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93644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BA64A1-816E-758E-2C1A-CC49EB2B04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39DFDB-F127-2D2E-28F8-AA74C154A5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12045A-C4AA-994B-3E4B-8A1190541B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B8C132-F772-4C23-842C-0A37526F8682}" type="datetimeFigureOut">
              <a:rPr lang="en-US" smtClean="0"/>
              <a:t>2/21/2023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C01AC1-C143-5005-DC23-35AA039E88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870CDC-0E48-E952-4933-5233A9D1F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8BABAC-02DA-47C9-ADBD-813A5D0775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2225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3E47DBB-6776-737A-D2AC-F50B5199B1E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3074271-2813-F597-2676-3030672E62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204894-167A-CDC4-4E75-D9D53AABBC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B8C132-F772-4C23-842C-0A37526F8682}" type="datetimeFigureOut">
              <a:rPr lang="en-US" smtClean="0"/>
              <a:t>2/21/2023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98DF5C-0F0A-66C8-7E48-95C32987DB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500930-9F96-729F-A950-6B739194B1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8BABAC-02DA-47C9-ADBD-813A5D0775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68109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A8B8DAE-B680-1519-3FC7-C143819064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B987DA-C882-B5E4-5D0F-A62496C754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E9A6FC-D7E1-0A35-EEE1-256A1C6F1A5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B8C132-F772-4C23-842C-0A37526F8682}" type="datetimeFigureOut">
              <a:rPr lang="en-US" smtClean="0"/>
              <a:t>2/21/2023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C93E61-3AEE-4341-D49B-9100821CDA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9426B3-28F5-7F3F-4E92-E49F54F02F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8BABAC-02DA-47C9-ADBD-813A5D0775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38352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CCF02-AEFD-44BE-5530-4FE4DE31224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6A2D82F-800A-8861-2257-E962FA4BDE7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84995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A3AF4C-B787-CEFA-57D5-CCF606CBB3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Funnel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EC2AF12-8A46-D476-5717-48C8BA90FF4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04743564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975653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5AA728F4475B64FAE7BE56CCFC1E1D7" ma:contentTypeVersion="9" ma:contentTypeDescription="Create a new document." ma:contentTypeScope="" ma:versionID="00ebafb4aed932d86e8291784b257201">
  <xsd:schema xmlns:xsd="http://www.w3.org/2001/XMLSchema" xmlns:xs="http://www.w3.org/2001/XMLSchema" xmlns:p="http://schemas.microsoft.com/office/2006/metadata/properties" xmlns:ns2="812bfcf5-1bf7-4881-a96e-f50f8b9c44b3" xmlns:ns3="be948af3-6719-4c6b-b6f3-8ad6f6208448" targetNamespace="http://schemas.microsoft.com/office/2006/metadata/properties" ma:root="true" ma:fieldsID="bda00a6ba88fafa8ff9f3a3cc73ab2aa" ns2:_="" ns3:_="">
    <xsd:import namespace="812bfcf5-1bf7-4881-a96e-f50f8b9c44b3"/>
    <xsd:import namespace="be948af3-6719-4c6b-b6f3-8ad6f620844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12bfcf5-1bf7-4881-a96e-f50f8b9c44b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Image Tags" ma:readOnly="false" ma:fieldId="{5cf76f15-5ced-4ddc-b409-7134ff3c332f}" ma:taxonomyMulti="true" ma:sspId="a710c007-53bf-43f6-9160-0aa968ac1f1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16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948af3-6719-4c6b-b6f3-8ad6f6208448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717a299b-d50a-4993-89e3-dd6d34cfd197}" ma:internalName="TaxCatchAll" ma:showField="CatchAllData" ma:web="be948af3-6719-4c6b-b6f3-8ad6f620844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948af3-6719-4c6b-b6f3-8ad6f6208448" xsi:nil="true"/>
    <lcf76f155ced4ddcb4097134ff3c332f xmlns="812bfcf5-1bf7-4881-a96e-f50f8b9c44b3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B4DEB1B1-56A5-46D2-8CE5-C07499561147}"/>
</file>

<file path=customXml/itemProps2.xml><?xml version="1.0" encoding="utf-8"?>
<ds:datastoreItem xmlns:ds="http://schemas.openxmlformats.org/officeDocument/2006/customXml" ds:itemID="{9D4E0CD9-42C7-4B33-BC22-57A8CDF2D999}"/>
</file>

<file path=customXml/itemProps3.xml><?xml version="1.0" encoding="utf-8"?>
<ds:datastoreItem xmlns:ds="http://schemas.openxmlformats.org/officeDocument/2006/customXml" ds:itemID="{343F7FDE-7399-45AF-941A-A54FE13E629B}"/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</Words>
  <Application>Microsoft Office PowerPoint</Application>
  <PresentationFormat>Widescreen</PresentationFormat>
  <Paragraphs>4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Funnel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Louis Settembrino</dc:creator>
  <cp:lastModifiedBy>Louis Settembrino</cp:lastModifiedBy>
  <cp:revision>1</cp:revision>
  <dcterms:created xsi:type="dcterms:W3CDTF">2023-02-21T18:04:47Z</dcterms:created>
  <dcterms:modified xsi:type="dcterms:W3CDTF">2023-02-21T18:06:50Z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0x01010055AA728F4475B64FAE7BE56CCFC1E1D7</vt:lpwstr>
  </property>
</Properties>
</file>